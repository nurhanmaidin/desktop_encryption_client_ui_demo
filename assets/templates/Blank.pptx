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EE177-8359-1268-30A7-790DCE9B0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39A38B-7F81-8BB5-EE7D-24C10125A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87650-7AF4-B4A6-D87A-853538299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B5A1-8CA2-40DC-BE7A-6D01F1A279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4B94F-F7CD-65E1-078B-B5E55C9EF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9D1BD-C36E-EA91-32F9-CE3CC0EB2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69A52-4A10-4704-B7DB-0FC245B54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47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5463-546E-C356-6389-A3D8C65BF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525BB-A7A5-1855-BBE0-59B96CD8C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5A830-9343-4664-9B41-5BA1ABC35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B5A1-8CA2-40DC-BE7A-6D01F1A279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D2795-E03B-0FC0-45C7-A54B5E83A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523D8-E17C-DD7C-5EDF-54A9A3E2A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69A52-4A10-4704-B7DB-0FC245B54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67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67691-0391-0CAE-7C37-099F2238E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D38B7-55E6-AFE1-A83B-16E406EBF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86835-8A0C-4669-CB7F-114EBD48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B5A1-8CA2-40DC-BE7A-6D01F1A279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4B7E6-0FE7-8DC2-DB08-AC28C163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91C1E-4357-5B10-AFEE-358AAF899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69A52-4A10-4704-B7DB-0FC245B54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30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4720C-2244-8DB0-3ABF-392404D1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35CC0-7128-B75E-F0AB-5E2AD00FCB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CAF23-A203-1FF8-07B9-46B234FB2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CDB4A-2971-A9FA-1C11-5D4748C11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B5A1-8CA2-40DC-BE7A-6D01F1A279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8433D-2B52-C0C6-0396-DB10C3B72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D7497-6383-710B-C040-F789195EA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69A52-4A10-4704-B7DB-0FC245B54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41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39498-CEB2-7C7D-81A3-98347B2B3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B77CF-5815-94EE-2EB9-9ABF788AD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0F479-B45D-833F-0476-7A9D4E3C1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249DC5-7277-72C0-9C07-D9405F6FB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900E5D-5EC9-30A7-C6DE-2794F52D09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A44615-0301-9D10-A1F8-79634B1F1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B5A1-8CA2-40DC-BE7A-6D01F1A279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3C0DA5-E4B9-C836-8A9E-63C04F1CC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AB3D7-8A9E-AAA6-D45E-172C696DB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69A52-4A10-4704-B7DB-0FC245B54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AEFC1-91D0-8FD9-BB20-3851D314A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CEB613-4E50-8D9A-9789-2649BA72C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B5A1-8CA2-40DC-BE7A-6D01F1A279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20A2D-AF35-2CF1-5D3A-EDBA08CFB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61147-B87E-896B-59C7-0BDD3F547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69A52-4A10-4704-B7DB-0FC245B54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81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F0E7F1-46BD-E718-D047-0A1C3C6FB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B5A1-8CA2-40DC-BE7A-6D01F1A279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6BED88-E1B3-2DCE-D7AA-9C2E4982C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C653B-DDA2-BBAE-36E8-C7444EDD8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69A52-4A10-4704-B7DB-0FC245B54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84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81F64-5C3F-3D77-E81C-81CCF0463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2D689-4B91-8EEC-A90A-76C91E0A9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8D992-09FF-3491-D4BE-F195E2F06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5667A-FFB7-5FDC-E748-FDF9D8E9B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B5A1-8CA2-40DC-BE7A-6D01F1A279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7594F-20E7-B595-980D-D95DF4A7B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C63EA-A339-59DE-EE08-9CC9F4BE9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69A52-4A10-4704-B7DB-0FC245B54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39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BFF09-AD32-71CD-BADF-DEABA6FE2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93820B-E47D-3A29-CB91-F24F35F1D6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3A186-C971-A9A6-61C1-C609E1C8D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DDA49-7574-3A63-915A-344743AB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B5A1-8CA2-40DC-BE7A-6D01F1A279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19E8F-442D-18E2-A865-C01DD5290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0A0D9-826E-F355-14A2-2E229A59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69A52-4A10-4704-B7DB-0FC245B54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64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8B8FB-DF34-AFEC-8237-E0BB29CB5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9A25E-22DF-888F-D38F-A55D47422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D7F35-B6D8-8529-FDB1-D507C1235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B5A1-8CA2-40DC-BE7A-6D01F1A279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F8F01-F6EC-1557-BECA-5893834F5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1F8A2-F7BD-1181-CD6A-114EA7145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69A52-4A10-4704-B7DB-0FC245B54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3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27C38E-4ADD-E9DF-F0E5-CD242577F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E305B4-11C5-7027-F5C4-FF599E30B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F5926-773F-AA52-9B16-05210C05E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B5A1-8CA2-40DC-BE7A-6D01F1A279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9A6B7-D683-B416-887D-24C9C4DD4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BC99D-3019-6955-3F94-5CB33570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69A52-4A10-4704-B7DB-0FC245B54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4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9C4430-E7F9-C7A2-6153-FEAEFEA75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09054-6AAD-7B65-CB85-49677E1B5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6585C-C4EA-6A96-ED20-6C694CDA79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9B5A1-8CA2-40DC-BE7A-6D01F1A279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EF9DD-EE80-FFE4-09E2-81E38775A7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6946B-C860-5784-F95C-60383CC11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69A52-4A10-4704-B7DB-0FC245B54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7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092FF-88E0-4D22-0613-8D6BC5016E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F1A532-1608-E62A-A067-A3941965BD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6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Nurhan Marshall</dc:creator>
  <cp:lastModifiedBy>Nurhan Marshall</cp:lastModifiedBy>
  <cp:revision>1</cp:revision>
  <dcterms:created xsi:type="dcterms:W3CDTF">2026-01-19T04:34:20Z</dcterms:created>
  <dcterms:modified xsi:type="dcterms:W3CDTF">2026-01-19T04:34:30Z</dcterms:modified>
</cp:coreProperties>
</file>